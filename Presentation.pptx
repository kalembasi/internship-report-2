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57" r:id="rId5"/>
    <p:sldId id="259" r:id="rId6"/>
    <p:sldId id="266" r:id="rId7"/>
    <p:sldId id="260" r:id="rId8"/>
    <p:sldId id="262" r:id="rId9"/>
    <p:sldId id="263" r:id="rId10"/>
    <p:sldId id="267" r:id="rId11"/>
    <p:sldId id="264" r:id="rId12"/>
    <p:sldId id="265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3A254-0A4D-A68C-676D-D3A8FFEB7772}" v="149" dt="2022-09-04T07:03:07.210"/>
    <p1510:client id="{9C3D6187-6F6C-A0E5-336E-C0C0986F1457}" v="1" dt="2022-09-03T10:24:40.876"/>
    <p1510:client id="{C204AA4A-3F46-4910-D242-DC6712F8AD27}" v="2" dt="2022-09-05T04:12:30.679"/>
    <p1510:client id="{F19263AE-FF8A-40E1-B723-A6C44FBFD75A}" v="637" dt="2022-09-02T13:17:41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PROJECT_0118_KZ_LGS_NonCatPartsEntry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8D278-4EB8-7EE3-BB37-51C9DBDAB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alibri Light"/>
                <a:cs typeface="Calibri"/>
              </a:rPr>
              <a:t>Project has two connected robots:</a:t>
            </a:r>
            <a:endParaRPr lang="en-US" sz="3600">
              <a:latin typeface="Calibri Light"/>
              <a:cs typeface="Calibri Light"/>
            </a:endParaRPr>
          </a:p>
          <a:p>
            <a:endParaRPr lang="en-US" sz="3600" dirty="0">
              <a:latin typeface="Calibri Light"/>
              <a:ea typeface="+mn-lt"/>
              <a:cs typeface="+mn-lt"/>
            </a:endParaRPr>
          </a:p>
          <a:p>
            <a:r>
              <a:rPr lang="en-US" sz="3600" dirty="0">
                <a:latin typeface="Calibri Light"/>
                <a:ea typeface="+mn-lt"/>
                <a:cs typeface="+mn-lt"/>
              </a:rPr>
              <a:t>RPA_204_KZ_LGS_NonCatPartsEntryExtraction</a:t>
            </a:r>
            <a:endParaRPr lang="en-US" sz="3600">
              <a:latin typeface="Calibri Light"/>
              <a:cs typeface="Calibri Light"/>
            </a:endParaRPr>
          </a:p>
          <a:p>
            <a:r>
              <a:rPr lang="en-US" sz="3600" dirty="0">
                <a:latin typeface="Calibri Light"/>
                <a:ea typeface="+mn-lt"/>
                <a:cs typeface="+mn-lt"/>
              </a:rPr>
              <a:t>RPA_205_KZ_LGS_NonCatPartsEntryProcess</a:t>
            </a:r>
            <a:endParaRPr lang="en-US" sz="3600" dirty="0">
              <a:latin typeface="Calibri Ligh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499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9D63-CB2A-9062-9758-60CDA43F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6697" cy="2050391"/>
          </a:xfrm>
        </p:spPr>
        <p:txBody>
          <a:bodyPr>
            <a:normAutofit/>
          </a:bodyPr>
          <a:lstStyle/>
          <a:p>
            <a:r>
              <a:rPr lang="en-US" sz="3200" dirty="0">
                <a:cs typeface="Calibri Light"/>
              </a:rPr>
              <a:t>Type RPA</a:t>
            </a:r>
            <a:r>
              <a:rPr lang="en-US" sz="3200" dirty="0">
                <a:ea typeface="+mj-lt"/>
                <a:cs typeface="+mj-lt"/>
              </a:rPr>
              <a:t>_204_KZ_LGS_NonCatPartsEntryExtraction_PDFDatas</a:t>
            </a:r>
            <a:endParaRPr lang="en-US" sz="3200" dirty="0">
              <a:cs typeface="Calibri Light"/>
            </a:endParaRPr>
          </a:p>
        </p:txBody>
      </p:sp>
      <p:pic>
        <p:nvPicPr>
          <p:cNvPr id="4" name="Picture 4" descr="Table&#10;&#10;Description automatically generated">
            <a:extLst>
              <a:ext uri="{FF2B5EF4-FFF2-40B4-BE49-F238E27FC236}">
                <a16:creationId xmlns:a16="http://schemas.microsoft.com/office/drawing/2014/main" id="{B315BA3F-EF12-5AF7-24AF-158F30B9E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70" y="1822406"/>
            <a:ext cx="11757101" cy="3138844"/>
          </a:xfrm>
          <a:prstGeom prst="rect">
            <a:avLst/>
          </a:prstGeom>
        </p:spPr>
      </p:pic>
      <p:pic>
        <p:nvPicPr>
          <p:cNvPr id="5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381013C-C7F5-BED5-23C8-E8C0E4A2A6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339" b="25792"/>
          <a:stretch/>
        </p:blipFill>
        <p:spPr>
          <a:xfrm>
            <a:off x="319669" y="5070282"/>
            <a:ext cx="2752499" cy="152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7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4C969-962C-8F6C-3FA9-F4B2B7EB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 Light"/>
                <a:cs typeface="Calibri"/>
              </a:rPr>
              <a:t>General look to extraction robot</a:t>
            </a:r>
            <a:endParaRPr lang="en-US" sz="3600" dirty="0">
              <a:latin typeface="Calibri Light"/>
              <a:cs typeface="Calibri Ligh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C3019BA-D305-2017-3BC5-68B7C6A73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15" y="1420408"/>
            <a:ext cx="11915076" cy="539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42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E230D-9942-DC32-EE52-43ACEAC5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 Light"/>
                <a:cs typeface="Calibri"/>
              </a:rPr>
              <a:t>Values taken from PDF name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9B5FE96D-1F34-FAD3-5AAD-708821C8D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77" y="4365219"/>
            <a:ext cx="11069443" cy="1426467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9F6EAB2-A73E-42E3-7851-50164878B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37" y="1582928"/>
            <a:ext cx="11218126" cy="234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0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92D3286-FF26-8FA3-119B-DD871E086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156" y="414990"/>
            <a:ext cx="6144321" cy="59536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7EE786-D47F-1A85-50F7-FA01A4FE5308}"/>
              </a:ext>
            </a:extLst>
          </p:cNvPr>
          <p:cNvSpPr txBox="1"/>
          <p:nvPr/>
        </p:nvSpPr>
        <p:spPr>
          <a:xfrm>
            <a:off x="1170877" y="2202365"/>
            <a:ext cx="273204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atin typeface="Calibri Light"/>
                <a:cs typeface="Calibri"/>
              </a:rPr>
              <a:t>Type status after first extractions</a:t>
            </a:r>
          </a:p>
        </p:txBody>
      </p:sp>
    </p:spTree>
    <p:extLst>
      <p:ext uri="{BB962C8B-B14F-4D97-AF65-F5344CB8AC3E}">
        <p14:creationId xmlns:p14="http://schemas.microsoft.com/office/powerpoint/2010/main" val="13948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Map&#10;&#10;Description automatically generated">
            <a:extLst>
              <a:ext uri="{FF2B5EF4-FFF2-40B4-BE49-F238E27FC236}">
                <a16:creationId xmlns:a16="http://schemas.microsoft.com/office/drawing/2014/main" id="{A540BB67-2961-2623-8847-05C44B1E1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033" y="375601"/>
            <a:ext cx="6125736" cy="63855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DF1F94-7AEF-3D7F-F0B3-83B48EB8E383}"/>
              </a:ext>
            </a:extLst>
          </p:cNvPr>
          <p:cNvSpPr txBox="1"/>
          <p:nvPr/>
        </p:nvSpPr>
        <p:spPr>
          <a:xfrm>
            <a:off x="501804" y="947854"/>
            <a:ext cx="424187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atin typeface="Calibri Light"/>
                <a:cs typeface="Calibri"/>
              </a:rPr>
              <a:t>Try Steps to decide which PDF type to extract</a:t>
            </a:r>
            <a:endParaRPr lang="en-US" sz="3600"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77370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EEC3F-3D5B-6EC1-51D0-267D3FA07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Test if PDF has several invoices in it</a:t>
            </a:r>
          </a:p>
        </p:txBody>
      </p:sp>
      <p:pic>
        <p:nvPicPr>
          <p:cNvPr id="4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EB7DD08-57A1-EF74-9CDE-904F367B0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98" y="2485519"/>
            <a:ext cx="11627003" cy="20356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AC9D2A-954B-9764-6CE0-1515FF840513}"/>
              </a:ext>
            </a:extLst>
          </p:cNvPr>
          <p:cNvSpPr txBox="1"/>
          <p:nvPr/>
        </p:nvSpPr>
        <p:spPr>
          <a:xfrm>
            <a:off x="1607633" y="5687122"/>
            <a:ext cx="72297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335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6385-D63F-FC30-4536-D9C4B66C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Pdf extraction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FE342A4-3888-82D3-2EA5-D6BE93E72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85" y="1555443"/>
            <a:ext cx="11088028" cy="478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97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C5A2542D-7DB6-227D-71BD-0327326C6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449" y="668323"/>
            <a:ext cx="5949175" cy="56328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88E792-2D2D-3AD9-E7FC-6110C5932A29}"/>
              </a:ext>
            </a:extLst>
          </p:cNvPr>
          <p:cNvSpPr txBox="1"/>
          <p:nvPr/>
        </p:nvSpPr>
        <p:spPr>
          <a:xfrm>
            <a:off x="1319560" y="2062975"/>
            <a:ext cx="231387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atin typeface="Calibri Light"/>
              </a:rPr>
              <a:t>Type status after all extractions</a:t>
            </a:r>
            <a:endParaRPr lang="en-US" sz="3600" dirty="0"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31846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515D-1EF6-3588-92E9-7D755FC7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Store in Database</a:t>
            </a:r>
            <a:endParaRPr lang="en-US" sz="3600">
              <a:cs typeface="Calibri Light"/>
            </a:endParaRPr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4612B767-4448-BA5F-C4D8-149BFC83A1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78" b="12422"/>
          <a:stretch/>
        </p:blipFill>
        <p:spPr>
          <a:xfrm>
            <a:off x="124523" y="1363263"/>
            <a:ext cx="11952256" cy="523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5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EFA3B-DBFF-7D3C-5C09-1805AEF3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Prevent to extract one PDF multiple times </a:t>
            </a:r>
            <a:endParaRPr lang="en-US" sz="3600">
              <a:cs typeface="Calibri Light"/>
            </a:endParaRP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1DA8D022-81C7-0A7E-FCF5-08237E75D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02" y="2586073"/>
            <a:ext cx="10614103" cy="207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59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36E9-CBA8-8785-BCCF-853647A56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General look to process robot</a:t>
            </a:r>
            <a:endParaRPr lang="en-US" sz="3600" dirty="0" err="1">
              <a:ea typeface="+mj-lt"/>
              <a:cs typeface="+mj-lt"/>
            </a:endParaRPr>
          </a:p>
        </p:txBody>
      </p:sp>
      <p:pic>
        <p:nvPicPr>
          <p:cNvPr id="4" name="Picture 4" descr="A picture containing map&#10;&#10;Description automatically generated">
            <a:extLst>
              <a:ext uri="{FF2B5EF4-FFF2-40B4-BE49-F238E27FC236}">
                <a16:creationId xmlns:a16="http://schemas.microsoft.com/office/drawing/2014/main" id="{391516ED-3EC4-7D9A-05CB-04E7FC37F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0" y="1933223"/>
            <a:ext cx="11961541" cy="438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869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A14C-9384-44AB-41E5-14102F976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SAP login</a:t>
            </a:r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FA43236-9301-3816-524F-514371DF7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46524"/>
            <a:ext cx="11125199" cy="47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90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E7AB5-7875-0D45-5B8E-5C35FBC14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Fill SAP</a:t>
            </a:r>
            <a:endParaRPr lang="en-US" sz="3600" dirty="0"/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2C1A108-6C87-47B5-729E-21220216B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9" y="1392149"/>
            <a:ext cx="11469027" cy="519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16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7696F-EB8A-F7DD-B86E-082070282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Fill excel &amp; Send email</a:t>
            </a:r>
            <a:endParaRPr lang="en-US" sz="3600">
              <a:cs typeface="Calibri Light"/>
            </a:endParaRPr>
          </a:p>
        </p:txBody>
      </p:sp>
      <p:pic>
        <p:nvPicPr>
          <p:cNvPr id="4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8F9A0A7-FFEE-00CD-3BFD-337F292D5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3" y="1376014"/>
            <a:ext cx="11111892" cy="520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57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69FED-A258-9998-C9F7-78535F80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Error &amp; Process message</a:t>
            </a:r>
          </a:p>
        </p:txBody>
      </p:sp>
      <p:pic>
        <p:nvPicPr>
          <p:cNvPr id="4" name="Picture 4" descr="Table&#10;&#10;Description automatically generated">
            <a:extLst>
              <a:ext uri="{FF2B5EF4-FFF2-40B4-BE49-F238E27FC236}">
                <a16:creationId xmlns:a16="http://schemas.microsoft.com/office/drawing/2014/main" id="{5691E63A-8199-4FCC-2C0C-26BC678A5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67" y="1899163"/>
            <a:ext cx="11292468" cy="227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79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PROJECT_0118_KZ_LGS_NonCatPartsEntry</vt:lpstr>
      <vt:lpstr>PowerPoint Presentation</vt:lpstr>
      <vt:lpstr>Type RPA_204_KZ_LGS_NonCatPartsEntryExtraction_PDFDatas</vt:lpstr>
      <vt:lpstr>General look to extraction robot</vt:lpstr>
      <vt:lpstr>Values taken from PDF name</vt:lpstr>
      <vt:lpstr>PowerPoint Presentation</vt:lpstr>
      <vt:lpstr>PowerPoint Presentation</vt:lpstr>
      <vt:lpstr>Test if PDF has several invoices in it</vt:lpstr>
      <vt:lpstr>Pdf extraction</vt:lpstr>
      <vt:lpstr>PowerPoint Presentation</vt:lpstr>
      <vt:lpstr>Store in Database</vt:lpstr>
      <vt:lpstr>Prevent to extract one PDF multiple times </vt:lpstr>
      <vt:lpstr>General look to process robot</vt:lpstr>
      <vt:lpstr>SAP login</vt:lpstr>
      <vt:lpstr>Fill SAP</vt:lpstr>
      <vt:lpstr>Fill excel &amp; Send email</vt:lpstr>
      <vt:lpstr>Error &amp; Process message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243</cp:revision>
  <dcterms:created xsi:type="dcterms:W3CDTF">2022-09-02T11:02:20Z</dcterms:created>
  <dcterms:modified xsi:type="dcterms:W3CDTF">2022-09-05T06:01:49Z</dcterms:modified>
</cp:coreProperties>
</file>